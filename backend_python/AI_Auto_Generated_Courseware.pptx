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78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000" y="720000"/>
            <a:ext cx="5759403" cy="575940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72000"/>
            <a:ext cx="878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latin typeface="Microsoft YaHei"/>
              </a:rPr>
              <a:t>李白的代表作品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5600" y="1087200"/>
            <a:ext cx="3960000" cy="56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>
                <a:solidFill>
                  <a:srgbClr val="000000"/>
                </a:solidFill>
              </a:rPr>
              <a:t>• </a:t>
            </a:r>
            <a:r>
              <a:rPr sz="1600">
                <a:solidFill>
                  <a:srgbClr val="000000"/>
                </a:solidFill>
              </a:rPr>
              <a:t>李白是唐代伟大的浪漫主义诗人，被后人誉为‘诗仙’。 </a:t>
            </a:r>
          </a:p>
          <a:p/>
          <a:p>
            <a:pPr algn="l">
              <a:spcAft>
                <a:spcPts val="200"/>
              </a:spcAft>
            </a:pPr>
            <a:r>
              <a:rPr sz="1600">
                <a:solidFill>
                  <a:srgbClr val="000000"/>
                </a:solidFill>
              </a:rPr>
              <a:t>• </a:t>
            </a:r>
            <a:r>
              <a:rPr sz="1600">
                <a:solidFill>
                  <a:srgbClr val="000000"/>
                </a:solidFill>
              </a:rPr>
              <a:t>他的代表作有《静夜思》《将进酒》《望庐山瀑布》等。 </a:t>
            </a:r>
          </a:p>
          <a:p/>
          <a:p>
            <a:pPr algn="l">
              <a:spcAft>
                <a:spcPts val="200"/>
              </a:spcAft>
            </a:pPr>
            <a:r>
              <a:rPr sz="1600">
                <a:solidFill>
                  <a:srgbClr val="000000"/>
                </a:solidFill>
              </a:rPr>
              <a:t>• </a:t>
            </a:r>
            <a:r>
              <a:rPr sz="1600">
                <a:solidFill>
                  <a:srgbClr val="000000"/>
                </a:solidFill>
              </a:rPr>
              <a:t>此外，他还创作了《庐山谣》、《早发白帝城》等诗歌。 </a:t>
            </a:r>
          </a:p>
          <a:p/>
          <a:p>
            <a:pPr algn="l">
              <a:spcAft>
                <a:spcPts val="200"/>
              </a:spcAft>
            </a:pPr>
            <a:r>
              <a:rPr sz="1600">
                <a:solidFill>
                  <a:srgbClr val="000000"/>
                </a:solidFill>
              </a:rPr>
              <a:t>• </a:t>
            </a:r>
            <a:r>
              <a:rPr sz="1600">
                <a:solidFill>
                  <a:srgbClr val="000000"/>
                </a:solidFill>
              </a:rPr>
              <a:t>李白的静夜思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